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5861-EDD9-2C29-81F5-866EF4AB7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9F96A-98E4-A3B1-AD9C-A96E3ACFD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94190-6B10-429B-FE69-914486C05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31C6A-15A3-4F0C-86D6-8BE6BDE43228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D615E-7F40-9BD2-F56C-6F0E62F1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909BD-260A-1564-6026-BC3A8BB5B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6724-4C20-4EE5-9B5D-E81B2D56E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652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6E273-3D4C-AEE5-C362-1A2B977CB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293BE-268B-42F1-CA1B-5ED5FFD0B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17EE0-E9EF-1A6D-0BB3-21A3E3B51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31C6A-15A3-4F0C-86D6-8BE6BDE43228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15821-B527-956D-AFF3-9B7FAB24E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C627E-26B4-39C8-25A2-14F3C068F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6724-4C20-4EE5-9B5D-E81B2D56E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387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3DDF0-A7D9-540B-2782-35A0D17B6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A6792-18E7-FFCC-8A47-C49394DCA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96726-EF6F-9029-2B12-064B6427E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31C6A-15A3-4F0C-86D6-8BE6BDE43228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CCAD0-BA0A-6561-871B-89A34581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113CE-994B-0CB3-21AE-E1EA53E9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6724-4C20-4EE5-9B5D-E81B2D56E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149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B548A-60CE-F2CC-3E2E-9E75DEF3B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845A-C680-7755-EA1F-9F6130E0E6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BD533-9628-99AB-C6AB-C21B33136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8FF20-8E06-B842-2799-1472C87D9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31C6A-15A3-4F0C-86D6-8BE6BDE43228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3FC4F-6331-25C0-217E-F556994E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7A01D-3A28-6C2A-FFF0-3453F38F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6724-4C20-4EE5-9B5D-E81B2D56E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814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796A4-19E7-9E27-2C91-45D42544C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507B2-68DD-7F95-8D51-8F57D821F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0B19C-2A01-086F-C1EA-9DE71EB3C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3255B7-54C8-1987-6462-628C0B4C88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84505A-BBA0-96E1-32D9-37FF93ACFF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522AD4-932A-9BB9-0E98-E98DF92FE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31C6A-15A3-4F0C-86D6-8BE6BDE43228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321D25-3F55-CEB0-B1F6-CDB2C2A6C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6A5499-6C29-F39E-CE6C-EB2EFA5D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6724-4C20-4EE5-9B5D-E81B2D56E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59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83D9-C54E-26EC-5D4B-7A7FFE443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C5DBAE-FEA2-6B5C-87A1-AFD94EA97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31C6A-15A3-4F0C-86D6-8BE6BDE43228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F66754-1956-4A8E-592E-54FEA9F5B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A754D-C8BF-43F6-0E8A-5377446A8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6724-4C20-4EE5-9B5D-E81B2D56E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68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2D1040-3532-DA5F-2BC0-1508880E4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31C6A-15A3-4F0C-86D6-8BE6BDE43228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F35F84-031F-4B97-F368-4094690E0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3CFF8-E695-0766-7EFC-F0E522D3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6724-4C20-4EE5-9B5D-E81B2D56E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151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0EA5F-60B5-82FC-C804-16452C08A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D1A6C-50CB-781E-C661-D8389CBF3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338C6-E4F2-020F-166D-5FEAAD58E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28F14-8A4E-D089-4AAF-8F0D61162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31C6A-15A3-4F0C-86D6-8BE6BDE43228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376BD-35E8-2746-42DB-33775F83C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7CA73-CBB5-9C82-969A-45A1BCA29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6724-4C20-4EE5-9B5D-E81B2D56E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611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1768C-0893-761B-01D6-50A15A0D7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CC6E24-2BF4-5998-1A51-4335405F61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63B48-C107-E341-56DF-1EC81B270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14398-7C8B-28CC-4D97-C91196F55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31C6A-15A3-4F0C-86D6-8BE6BDE43228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D51D8-3723-ABF3-A006-94E78CF65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5D5CC-9FFA-E498-798F-891DE06B8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6724-4C20-4EE5-9B5D-E81B2D56E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89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5472A-4740-D43C-70AC-7956252A9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29FC8-F44B-F988-ED3E-4EE5820C7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EFC14-C207-9E85-1F9F-031541B6E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31C6A-15A3-4F0C-86D6-8BE6BDE43228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2CAFE-D120-74EE-D9D5-A424733CD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1AA66-48C3-AB95-FE57-B23B03243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6724-4C20-4EE5-9B5D-E81B2D56E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8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BD5D67-5C52-AFAD-5D60-5A4B4F53F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7E019-0ED2-23CC-5483-D4A6F4655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3FACC-A84F-C4F5-EA42-37AFED1A0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31C6A-15A3-4F0C-86D6-8BE6BDE43228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FB4F7-B0C6-1398-195C-DDC2832E0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45BC3-1B97-F4A5-FF30-605389794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6724-4C20-4EE5-9B5D-E81B2D56E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39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2DEA42-2675-250D-A9F7-194A3D3AC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D73CC-19B8-B2E4-DF2B-D1C106AA7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8E770-FDF9-6068-6366-7C47AF296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31C6A-15A3-4F0C-86D6-8BE6BDE43228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6AF8D-4A31-9C18-AC27-EA71A51792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D8FBF-64F5-A60C-D91A-917FB9AFE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C6724-4C20-4EE5-9B5D-E81B2D56E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41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23A858EF-D8AA-3EFF-9C81-10E4C1455D90}"/>
              </a:ext>
            </a:extLst>
          </p:cNvPr>
          <p:cNvSpPr/>
          <p:nvPr/>
        </p:nvSpPr>
        <p:spPr>
          <a:xfrm>
            <a:off x="5549703" y="365760"/>
            <a:ext cx="872197" cy="67524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EEC357-F655-5778-07ED-EBB773F80EED}"/>
              </a:ext>
            </a:extLst>
          </p:cNvPr>
          <p:cNvSpPr/>
          <p:nvPr/>
        </p:nvSpPr>
        <p:spPr>
          <a:xfrm>
            <a:off x="5127673" y="1674053"/>
            <a:ext cx="1716258" cy="118168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Superviser</a:t>
            </a:r>
            <a:r>
              <a:rPr lang="en-US" dirty="0"/>
              <a:t> agent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1396AF-D7A6-3D80-2900-6CBCBF324A72}"/>
              </a:ext>
            </a:extLst>
          </p:cNvPr>
          <p:cNvSpPr txBox="1"/>
          <p:nvPr/>
        </p:nvSpPr>
        <p:spPr>
          <a:xfrm>
            <a:off x="407962" y="407963"/>
            <a:ext cx="3165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Supervisor architecture</a:t>
            </a:r>
            <a:endParaRPr lang="en-IN" sz="2400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5B5532-0CDF-6CDF-22CD-EEE3BADB9DFC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5985802" y="1041009"/>
            <a:ext cx="0" cy="633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878691-70B8-C3ED-6F12-9C7BACE90BBB}"/>
              </a:ext>
            </a:extLst>
          </p:cNvPr>
          <p:cNvSpPr/>
          <p:nvPr/>
        </p:nvSpPr>
        <p:spPr>
          <a:xfrm>
            <a:off x="1195754" y="4173639"/>
            <a:ext cx="1828800" cy="942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 agent 1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C01C6B6-C37C-8C99-8156-108918D9B9BF}"/>
              </a:ext>
            </a:extLst>
          </p:cNvPr>
          <p:cNvSpPr/>
          <p:nvPr/>
        </p:nvSpPr>
        <p:spPr>
          <a:xfrm>
            <a:off x="8677422" y="4173638"/>
            <a:ext cx="1828800" cy="942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 agent 3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EB97250-F164-A636-B616-3406F7979FEC}"/>
              </a:ext>
            </a:extLst>
          </p:cNvPr>
          <p:cNvSpPr/>
          <p:nvPr/>
        </p:nvSpPr>
        <p:spPr>
          <a:xfrm>
            <a:off x="4614203" y="4173638"/>
            <a:ext cx="1828800" cy="942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 agent 2</a:t>
            </a:r>
            <a:endParaRPr lang="en-IN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6A1FF2A-6CDA-E4B0-2763-D895B06A7678}"/>
              </a:ext>
            </a:extLst>
          </p:cNvPr>
          <p:cNvCxnSpPr/>
          <p:nvPr/>
        </p:nvCxnSpPr>
        <p:spPr>
          <a:xfrm>
            <a:off x="1990577" y="3429000"/>
            <a:ext cx="74769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01A1E3-6888-4355-C097-3A7585A783DE}"/>
              </a:ext>
            </a:extLst>
          </p:cNvPr>
          <p:cNvCxnSpPr/>
          <p:nvPr/>
        </p:nvCxnSpPr>
        <p:spPr>
          <a:xfrm>
            <a:off x="1990577" y="3429000"/>
            <a:ext cx="0" cy="744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46A042-79FD-3115-22E9-576194CE8811}"/>
              </a:ext>
            </a:extLst>
          </p:cNvPr>
          <p:cNvCxnSpPr/>
          <p:nvPr/>
        </p:nvCxnSpPr>
        <p:spPr>
          <a:xfrm>
            <a:off x="5472332" y="3429000"/>
            <a:ext cx="0" cy="744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DEB9B71-B096-880C-0541-8AB216425E33}"/>
              </a:ext>
            </a:extLst>
          </p:cNvPr>
          <p:cNvCxnSpPr/>
          <p:nvPr/>
        </p:nvCxnSpPr>
        <p:spPr>
          <a:xfrm>
            <a:off x="9467557" y="3429000"/>
            <a:ext cx="0" cy="744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74E9D52-439F-C477-973C-F762BA0BB2B0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5985802" y="2855733"/>
            <a:ext cx="0" cy="5732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3B2360E-A1B3-B4BA-26CA-55F1E8680AD7}"/>
              </a:ext>
            </a:extLst>
          </p:cNvPr>
          <p:cNvSpPr/>
          <p:nvPr/>
        </p:nvSpPr>
        <p:spPr>
          <a:xfrm>
            <a:off x="7709095" y="1266092"/>
            <a:ext cx="2082014" cy="9425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Shared state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630265A-2647-8F6B-405D-44C030D39D71}"/>
              </a:ext>
            </a:extLst>
          </p:cNvPr>
          <p:cNvCxnSpPr>
            <a:stCxn id="7" idx="7"/>
            <a:endCxn id="30" idx="1"/>
          </p:cNvCxnSpPr>
          <p:nvPr/>
        </p:nvCxnSpPr>
        <p:spPr>
          <a:xfrm flipV="1">
            <a:off x="6592591" y="1737358"/>
            <a:ext cx="1116504" cy="109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632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F0008-FE07-81D7-0073-A38CBE8AA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Swarm agents</a:t>
            </a:r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43707D1-EAA9-D80A-D61A-A49CA887CEF8}"/>
              </a:ext>
            </a:extLst>
          </p:cNvPr>
          <p:cNvSpPr/>
          <p:nvPr/>
        </p:nvSpPr>
        <p:spPr>
          <a:xfrm>
            <a:off x="1516966" y="3910818"/>
            <a:ext cx="1631852" cy="13255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 2</a:t>
            </a:r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7D7AAE-D5B4-8F7E-086B-4CF5A3E0668E}"/>
              </a:ext>
            </a:extLst>
          </p:cNvPr>
          <p:cNvSpPr/>
          <p:nvPr/>
        </p:nvSpPr>
        <p:spPr>
          <a:xfrm>
            <a:off x="9043182" y="2771335"/>
            <a:ext cx="1631852" cy="13255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 4</a:t>
            </a:r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51DF78D-11EE-C22C-DB9E-91DB5982341D}"/>
              </a:ext>
            </a:extLst>
          </p:cNvPr>
          <p:cNvSpPr/>
          <p:nvPr/>
        </p:nvSpPr>
        <p:spPr>
          <a:xfrm>
            <a:off x="3454790" y="1914805"/>
            <a:ext cx="1631852" cy="13255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 1</a:t>
            </a:r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389560-90B7-FB79-434A-96A80BC974E2}"/>
              </a:ext>
            </a:extLst>
          </p:cNvPr>
          <p:cNvSpPr/>
          <p:nvPr/>
        </p:nvSpPr>
        <p:spPr>
          <a:xfrm>
            <a:off x="6096000" y="4790049"/>
            <a:ext cx="1631852" cy="13255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 5</a:t>
            </a:r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0BFA2B-9023-2AFD-2C60-9059329E54ED}"/>
              </a:ext>
            </a:extLst>
          </p:cNvPr>
          <p:cNvSpPr/>
          <p:nvPr/>
        </p:nvSpPr>
        <p:spPr>
          <a:xfrm>
            <a:off x="6588369" y="1057848"/>
            <a:ext cx="1631852" cy="13255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 3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E24054-3D81-EB09-7242-2FD3551E08B2}"/>
              </a:ext>
            </a:extLst>
          </p:cNvPr>
          <p:cNvCxnSpPr>
            <a:stCxn id="4" idx="0"/>
          </p:cNvCxnSpPr>
          <p:nvPr/>
        </p:nvCxnSpPr>
        <p:spPr>
          <a:xfrm flipV="1">
            <a:off x="2332892" y="2771335"/>
            <a:ext cx="1121898" cy="1139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C85A54-00C0-B62D-9892-3A55A37917AE}"/>
              </a:ext>
            </a:extLst>
          </p:cNvPr>
          <p:cNvCxnSpPr/>
          <p:nvPr/>
        </p:nvCxnSpPr>
        <p:spPr>
          <a:xfrm flipV="1">
            <a:off x="5086642" y="1914805"/>
            <a:ext cx="1501727" cy="468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0B45BA-7D30-AEDE-14B4-2A1F5F9C82B6}"/>
              </a:ext>
            </a:extLst>
          </p:cNvPr>
          <p:cNvCxnSpPr/>
          <p:nvPr/>
        </p:nvCxnSpPr>
        <p:spPr>
          <a:xfrm flipH="1">
            <a:off x="6836726" y="2383411"/>
            <a:ext cx="637735" cy="24066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7B0AFA-C397-E4C0-AC11-1586FD14E2A7}"/>
              </a:ext>
            </a:extLst>
          </p:cNvPr>
          <p:cNvCxnSpPr>
            <a:endCxn id="7" idx="1"/>
          </p:cNvCxnSpPr>
          <p:nvPr/>
        </p:nvCxnSpPr>
        <p:spPr>
          <a:xfrm>
            <a:off x="4740812" y="3108960"/>
            <a:ext cx="1594167" cy="1875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C5F3D04-46EB-3862-60FE-BA8F553BE926}"/>
              </a:ext>
            </a:extLst>
          </p:cNvPr>
          <p:cNvSpPr/>
          <p:nvPr/>
        </p:nvSpPr>
        <p:spPr>
          <a:xfrm>
            <a:off x="3557953" y="1549213"/>
            <a:ext cx="1111348" cy="5361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 1 state</a:t>
            </a:r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AF2FB3E-A222-1E72-C6EF-817C6A9CADA9}"/>
              </a:ext>
            </a:extLst>
          </p:cNvPr>
          <p:cNvSpPr/>
          <p:nvPr/>
        </p:nvSpPr>
        <p:spPr>
          <a:xfrm>
            <a:off x="7404295" y="669925"/>
            <a:ext cx="1111348" cy="5361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 3 state</a:t>
            </a:r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CA1DAAC-CCE7-8B2A-384F-825068D9E495}"/>
              </a:ext>
            </a:extLst>
          </p:cNvPr>
          <p:cNvSpPr/>
          <p:nvPr/>
        </p:nvSpPr>
        <p:spPr>
          <a:xfrm>
            <a:off x="2037470" y="4991465"/>
            <a:ext cx="1111348" cy="5361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 2 state</a:t>
            </a:r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14E1227-583B-234C-DBDA-552645F4CCF3}"/>
              </a:ext>
            </a:extLst>
          </p:cNvPr>
          <p:cNvSpPr/>
          <p:nvPr/>
        </p:nvSpPr>
        <p:spPr>
          <a:xfrm>
            <a:off x="9859108" y="2503249"/>
            <a:ext cx="1111348" cy="5361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 4 state</a:t>
            </a:r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36FEABE-CA7E-B364-C6B4-EA67751754F2}"/>
              </a:ext>
            </a:extLst>
          </p:cNvPr>
          <p:cNvSpPr/>
          <p:nvPr/>
        </p:nvSpPr>
        <p:spPr>
          <a:xfrm>
            <a:off x="5837505" y="5910242"/>
            <a:ext cx="1111348" cy="5361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 5 state</a:t>
            </a:r>
            <a:endParaRPr lang="en-IN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F038351-8D12-4423-8593-3F974E0B46F1}"/>
              </a:ext>
            </a:extLst>
          </p:cNvPr>
          <p:cNvCxnSpPr>
            <a:cxnSpLocks/>
          </p:cNvCxnSpPr>
          <p:nvPr/>
        </p:nvCxnSpPr>
        <p:spPr>
          <a:xfrm>
            <a:off x="8112543" y="1980350"/>
            <a:ext cx="1376289" cy="8565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098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A65D7-5B92-8215-D06C-DA12AD552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Reflex on agent pattern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E6EF1E-A4CA-BD49-1F8C-448039E1DE2E}"/>
              </a:ext>
            </a:extLst>
          </p:cNvPr>
          <p:cNvSpPr/>
          <p:nvPr/>
        </p:nvSpPr>
        <p:spPr>
          <a:xfrm>
            <a:off x="2124222" y="2166425"/>
            <a:ext cx="2138289" cy="12625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Main agent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4F8C22-5387-E00E-069A-27E518DF280E}"/>
              </a:ext>
            </a:extLst>
          </p:cNvPr>
          <p:cNvSpPr/>
          <p:nvPr/>
        </p:nvSpPr>
        <p:spPr>
          <a:xfrm>
            <a:off x="7554351" y="2785403"/>
            <a:ext cx="2926080" cy="16037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Evaluation agent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FD4AFD1-9CE9-2054-5CAB-0957E11D5719}"/>
              </a:ext>
            </a:extLst>
          </p:cNvPr>
          <p:cNvCxnSpPr>
            <a:endCxn id="4" idx="1"/>
          </p:cNvCxnSpPr>
          <p:nvPr/>
        </p:nvCxnSpPr>
        <p:spPr>
          <a:xfrm>
            <a:off x="647114" y="2785403"/>
            <a:ext cx="1477108" cy="12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4699D4-116D-DBBF-F0CF-1FCE4C72DC7D}"/>
              </a:ext>
            </a:extLst>
          </p:cNvPr>
          <p:cNvCxnSpPr/>
          <p:nvPr/>
        </p:nvCxnSpPr>
        <p:spPr>
          <a:xfrm>
            <a:off x="4262511" y="2588455"/>
            <a:ext cx="3291840" cy="604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42A16D-E0E7-6EBA-865D-5420E5B4CF3A}"/>
              </a:ext>
            </a:extLst>
          </p:cNvPr>
          <p:cNvCxnSpPr/>
          <p:nvPr/>
        </p:nvCxnSpPr>
        <p:spPr>
          <a:xfrm flipH="1" flipV="1">
            <a:off x="4262511" y="3193366"/>
            <a:ext cx="3291840" cy="1012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95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</TotalTime>
  <Words>51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Swarm agents</vt:lpstr>
      <vt:lpstr>Reflex on agent pattern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aravind.ad0202@gmail.com</dc:creator>
  <cp:lastModifiedBy>aravind.ad0202@gmail.com</cp:lastModifiedBy>
  <cp:revision>1</cp:revision>
  <dcterms:created xsi:type="dcterms:W3CDTF">2026-07-03T15:17:49Z</dcterms:created>
  <dcterms:modified xsi:type="dcterms:W3CDTF">2026-07-04T11:44:48Z</dcterms:modified>
</cp:coreProperties>
</file>